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产值</c:v>
                </c:pt>
              </c:strCache>
            </c:strRef>
          </c:tx>
          <c:spPr>
            <a:solidFill>
              <a:srgbClr val="2C66C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5.1</c:v>
                </c:pt>
                <c:pt idx="2">
                  <c:v>6.3</c:v>
                </c:pt>
                <c:pt idx="3">
                  <c:v>7.4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7F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宋体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7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CE7F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负荷率</c:v>
                </c:pt>
              </c:strCache>
            </c:strRef>
          </c:tx>
          <c:spPr>
            <a:solidFill>
              <a:srgbClr val="2C9CAB"/>
            </a:solidFill>
            <a:ln w="31750" cap="flat">
              <a:solidFill>
                <a:srgbClr val="2C9CAB"/>
              </a:solidFill>
              <a:prstDash val="solid"/>
              <a:round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9CAB"/>
              </a:solidFill>
              <a:ln w="9525" cap="flat">
                <a:solidFill>
                  <a:srgbClr val="2C9C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7月</c:v>
                  </c:pt>
                  <c:pt idx="1">
                    <c:v>8月</c:v>
                  </c:pt>
                  <c:pt idx="2">
                    <c:v>9月</c:v>
                  </c:pt>
                  <c:pt idx="3">
                    <c:v>10月</c:v>
                  </c:pt>
                  <c:pt idx="4">
                    <c:v>11月</c:v>
                  </c:pt>
                  <c:pt idx="5">
                    <c:v>12月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</c:v>
                </c:pt>
                <c:pt idx="1">
                  <c:v>100</c:v>
                </c:pt>
                <c:pt idx="2">
                  <c:v>144</c:v>
                </c:pt>
                <c:pt idx="3">
                  <c:v>144</c:v>
                </c:pt>
                <c:pt idx="4">
                  <c:v>156</c:v>
                </c:pt>
                <c:pt idx="5">
                  <c:v>129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262626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7F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宋体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7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CE7F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MASTER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C66C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C66C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E7F1FC"/>
          </a:solidFill>
          <a:ln w="12700">
            <a:solidFill>
              <a:srgbClr val="E7F1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起手式模板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D5B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一句话主标题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副标题:这份模板演示四种最常用的版式模式。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2C66C2"/>
          </a:solidFill>
          <a:ln w="12700">
            <a:solidFill>
              <a:srgbClr val="2C66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526280"/>
            <a:ext cx="2551176" cy="868680"/>
          </a:xfrm>
          <a:prstGeom prst="roundRect">
            <a:avLst>
              <a:gd name="adj" fmla="val 7368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6177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覆盖率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447288" y="4526280"/>
            <a:ext cx="2551176" cy="868680"/>
          </a:xfrm>
          <a:prstGeom prst="roundRect">
            <a:avLst>
              <a:gd name="adj" fmla="val 7368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46177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提速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163056" y="4526280"/>
            <a:ext cx="2551176" cy="868680"/>
          </a:xfrm>
          <a:prstGeom prst="roundRect">
            <a:avLst>
              <a:gd name="adj" fmla="val 7368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46177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事故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8878824" y="4526280"/>
            <a:ext cx="2551176" cy="868680"/>
          </a:xfrm>
          <a:prstGeom prst="roundRect">
            <a:avLst>
              <a:gd name="adj" fmla="val 7368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1704" y="46177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接口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2C66C2"/>
          </a:solidFill>
          <a:ln w="12700">
            <a:solidFill>
              <a:srgbClr val="2C66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B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总体框架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47120" cy="0"/>
          </a:xfrm>
          <a:prstGeom prst="line">
            <a:avLst/>
          </a:prstGeom>
          <a:noFill/>
          <a:ln w="9525">
            <a:solidFill>
              <a:srgbClr val="DCE7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示例 deck · 用 deck-engine 生成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457200" cy="457200"/>
          </a:xfrm>
          <a:prstGeom prst="ellipse">
            <a:avLst/>
          </a:prstGeom>
          <a:solidFill>
            <a:srgbClr val="E7F1FC"/>
          </a:solidFill>
          <a:ln w="12700">
            <a:solidFill>
              <a:srgbClr val="E7F1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9875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841248"/>
            <a:ext cx="10643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D5B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示例:N 个能力做成一行卡片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457200" y="142646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用 row(n) 均分,整行自动收在 0.5~12.8。每张卡 = 彩色卡头 + 白卡身。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2674620" cy="457200"/>
          </a:xfrm>
          <a:prstGeom prst="roundRect">
            <a:avLst>
              <a:gd name="adj" fmla="val 14000"/>
            </a:avLst>
          </a:prstGeom>
          <a:solidFill>
            <a:srgbClr val="2C66C2"/>
          </a:solidFill>
          <a:ln w="12700">
            <a:solidFill>
              <a:srgbClr val="2C66C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8541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42416" y="2103120"/>
            <a:ext cx="1961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能力一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57200" y="2615184"/>
            <a:ext cx="267462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" y="2834640"/>
            <a:ext cx="24003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一句话说清这格做什么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14700" y="2103120"/>
            <a:ext cx="2674620" cy="457200"/>
          </a:xfrm>
          <a:prstGeom prst="roundRect">
            <a:avLst>
              <a:gd name="adj" fmla="val 14000"/>
            </a:avLst>
          </a:prstGeom>
          <a:solidFill>
            <a:srgbClr val="2C9CAB"/>
          </a:solidFill>
          <a:ln w="12700">
            <a:solidFill>
              <a:srgbClr val="2C9CA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218541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99916" y="2103120"/>
            <a:ext cx="1961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能力二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3314700" y="2615184"/>
            <a:ext cx="267462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479292" y="2834640"/>
            <a:ext cx="24003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一句话说清这格做什么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172200" y="2103120"/>
            <a:ext cx="2674620" cy="457200"/>
          </a:xfrm>
          <a:prstGeom prst="roundRect">
            <a:avLst>
              <a:gd name="adj" fmla="val 14000"/>
            </a:avLst>
          </a:prstGeom>
          <a:solidFill>
            <a:srgbClr val="2C66C2"/>
          </a:solidFill>
          <a:ln w="12700">
            <a:solidFill>
              <a:srgbClr val="2C66C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8541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57416" y="2103120"/>
            <a:ext cx="1961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能力三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172200" y="2615184"/>
            <a:ext cx="267462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336792" y="2834640"/>
            <a:ext cx="24003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一句话说清这格做什么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9029700" y="2103120"/>
            <a:ext cx="2674620" cy="457200"/>
          </a:xfrm>
          <a:prstGeom prst="roundRect">
            <a:avLst>
              <a:gd name="adj" fmla="val 14000"/>
            </a:avLst>
          </a:prstGeom>
          <a:solidFill>
            <a:srgbClr val="2C66C2"/>
          </a:solidFill>
          <a:ln w="12700">
            <a:solidFill>
              <a:srgbClr val="2C66C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2580" y="2185416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14916" y="2103120"/>
            <a:ext cx="1961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能力四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9029700" y="2615184"/>
            <a:ext cx="267462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9194292" y="2834640"/>
            <a:ext cx="24003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一句话说清这格做什么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57200" y="475488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2C66C2"/>
          </a:solidFill>
          <a:ln w="12700">
            <a:solidFill>
              <a:srgbClr val="2C66C2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58368" y="48828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61" y="4986589"/>
            <a:ext cx="176662" cy="1766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88720" y="4754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关键结论面板:中蓝实底 + 白字,一页一个,放在底部收口。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C66C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2C66C2"/>
          </a:solidFill>
          <a:ln w="12700">
            <a:solidFill>
              <a:srgbClr val="2C66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B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47120" cy="0"/>
          </a:xfrm>
          <a:prstGeom prst="line">
            <a:avLst/>
          </a:prstGeom>
          <a:noFill/>
          <a:ln w="9525">
            <a:solidFill>
              <a:srgbClr val="DCE7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示例 deck · 用 deck-engine 生成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457200" cy="457200"/>
          </a:xfrm>
          <a:prstGeom prst="ellipse">
            <a:avLst/>
          </a:prstGeom>
          <a:solidFill>
            <a:srgbClr val="E7F1FC"/>
          </a:solidFill>
          <a:ln w="12700">
            <a:solidFill>
              <a:srgbClr val="E7F1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9875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841248"/>
            <a:ext cx="10643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D5B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示例:两栏对比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457200" y="142646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两栏统一用 row(2) 或固定 0.5 / 6.8 两个 x,右缘收 12.8。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5486400" cy="457200"/>
          </a:xfrm>
          <a:prstGeom prst="roundRect">
            <a:avLst>
              <a:gd name="adj" fmla="val 14000"/>
            </a:avLst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01168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✕  做法 A(劣)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2523744"/>
            <a:ext cx="548640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6517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缺点一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缺点二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2011680"/>
            <a:ext cx="5486400" cy="457200"/>
          </a:xfrm>
          <a:prstGeom prst="roundRect">
            <a:avLst>
              <a:gd name="adj" fmla="val 14000"/>
            </a:avLst>
          </a:prstGeom>
          <a:solidFill>
            <a:srgbClr val="2C66C2"/>
          </a:solidFill>
          <a:ln w="12700">
            <a:solidFill>
              <a:srgbClr val="2C66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2512" y="201168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做法 B(优)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17920" y="2523744"/>
            <a:ext cx="548640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19088" y="26517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优点一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优点二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C66C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2C66C2"/>
          </a:solidFill>
          <a:ln w="12700">
            <a:solidFill>
              <a:srgbClr val="2C66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B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47120" cy="0"/>
          </a:xfrm>
          <a:prstGeom prst="line">
            <a:avLst/>
          </a:prstGeom>
          <a:noFill/>
          <a:ln w="9525">
            <a:solidFill>
              <a:srgbClr val="DCE7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示例 deck · 用 deck-engine 生成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457200" cy="457200"/>
          </a:xfrm>
          <a:prstGeom prst="ellipse">
            <a:avLst/>
          </a:prstGeom>
          <a:solidFill>
            <a:srgbClr val="E7F1FC"/>
          </a:solidFill>
          <a:ln w="12700">
            <a:solidFill>
              <a:srgbClr val="E7F1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9875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841248"/>
            <a:ext cx="10643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D5B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示例:量化成效用大数字卡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457200" y="142646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statCard 自带大数字 + 单位 + 说明;一行用 row(n) 均分。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66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核心指标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240280"/>
            <a:ext cx="26746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386584"/>
            <a:ext cx="23637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实体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58368" y="2990088"/>
            <a:ext cx="23637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结构化对象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14700" y="2240280"/>
            <a:ext cx="26746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386584"/>
            <a:ext cx="23637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9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关系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3515868" y="2990088"/>
            <a:ext cx="23637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知识网的边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2240280"/>
            <a:ext cx="26746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2386584"/>
            <a:ext cx="23637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6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0/0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lint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6373368" y="2990088"/>
            <a:ext cx="23637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零缺陷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029700" y="2240280"/>
            <a:ext cx="26746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7F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30868" y="2386584"/>
            <a:ext cx="23637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9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回溯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9230868" y="2990088"/>
            <a:ext cx="23637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带来源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93192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E7F1FC"/>
          </a:solidFill>
          <a:ln w="9525">
            <a:solidFill>
              <a:srgbClr val="E7F1F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B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淡蓝底面板:放补充说明 / 边界声明 / 一句话提醒。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C66C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2C66C2"/>
          </a:solidFill>
          <a:ln w="12700">
            <a:solidFill>
              <a:srgbClr val="2C66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089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3108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B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数据图表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47120" cy="0"/>
          </a:xfrm>
          <a:prstGeom prst="line">
            <a:avLst/>
          </a:prstGeom>
          <a:noFill/>
          <a:ln w="9525">
            <a:solidFill>
              <a:srgbClr val="DCE7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示例 deck · 用 deck-engine 生成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457200" cy="457200"/>
          </a:xfrm>
          <a:prstGeom prst="ellipse">
            <a:avLst/>
          </a:prstGeom>
          <a:solidFill>
            <a:srgbClr val="E7F1FC"/>
          </a:solidFill>
          <a:ln w="12700">
            <a:solidFill>
              <a:srgbClr val="E7F1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9875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841248"/>
            <a:ext cx="10643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D5B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示例:原生可编辑图表用 softChart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457200" y="1426464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柔光蓝预设:主蓝/柔青系列、圆角图区、弱轴标、细网格、数据标签 12pt。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920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66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柱状:季度产值(亿元)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2286000"/>
          <a:ext cx="5440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6263640" y="1920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9CA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折线:负荷率走势(%)</a:t>
            </a:r>
            <a:endParaRPr lang="en-US" sz="13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263640" y="2286000"/>
          <a:ext cx="5440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2C66C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2026-07-17T13:33:53Z</dcterms:created>
  <dcterms:modified xsi:type="dcterms:W3CDTF">2026-07-17T13:33:53Z</dcterms:modified>
</cp:coreProperties>
</file>